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146847059" r:id="rId23"/>
    <p:sldId id="266" r:id="rId10"/>
    <p:sldId id="2146847060" r:id="rId24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openxmlformats.org/officeDocument/2006/relationships/slide" Target="slides/slide6.xml"/><Relationship Id="rId2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huggingface.co/" TargetMode="External"/><Relationship Id="rId3" Type="http://schemas.openxmlformats.org/officeDocument/2006/relationships/hyperlink" Target="https://streamlit.io/" TargetMode="External"/><Relationship Id="rId4" Type="http://schemas.openxmlformats.org/officeDocument/2006/relationships/hyperlink" Target="https://www.python.org/" TargetMode="External"/><Relationship Id="rId5" Type="http://schemas.openxmlformats.org/officeDocument/2006/relationships/hyperlink" Target="https://scikit-learn.org/stable/supervised_learning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r>
              <a:t>Lecture Voice-to-Notes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t>Presented By:</a:t>
            </a:r>
          </a:p>
          <a:p>
            <a:r>
              <a:t>Student Name-  ADITYA GAUTAM</a:t>
            </a:r>
          </a:p>
          <a:p>
            <a:r>
              <a:t>College Name-  CENTRAL UNIVERSITY OF JAMMU</a:t>
            </a:r>
          </a:p>
          <a:p>
            <a:r>
              <a:t>Department-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Problem Statement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Proposed System/Solution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System Approach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System Architecture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Algorithm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Application Showcase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Result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Conclusion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Future Scope</a:t>
            </a:r>
          </a:p>
          <a:p>
            <a:pPr>
              <a:spcAft>
                <a:spcPts val="2000"/>
              </a:spcAft>
              <a:defRPr sz="2800">
                <a:latin typeface="Calibri"/>
              </a:defRPr>
            </a:pPr>
            <a:r>
              <a:t>•  References</a:t>
            </a: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/>
          </a:bodyPr>
          <a:lstStyle/>
          <a:p>
            <a:pPr marL="0" indent="0">
              <a:buNone/>
              <a:defRPr sz="2400"/>
            </a:pPr>
            <a:r>
              <a:t>Students often struggle to take comprehensive notes during fast-paced lectures while trying to understand the material. Reviewing raw audio recordings is time-consuming and inefficient. There is a need for an automated system to quickly convert lecture audio into structured, easy-to-review study materials.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vert="horz" lIns="91440" tIns="45720" rIns="91440" bIns="45720" rtlCol="0" anchor="ctr" wrap="square">
            <a:normAutofit/>
          </a:bodyPr>
          <a:lstStyle/>
          <a:p>
            <a:pPr marL="305435" indent="-305435">
              <a:defRPr sz="2400"/>
            </a:pPr>
            <a:r>
              <a:t>An AI-powered web application that automates study material creation.</a:t>
            </a:r>
            <a:br/>
            <a:br/>
            <a:r>
              <a:t>• Users upload lecture audio, and the system uses Whisper-large-v3 for highly accurate transcription.</a:t>
            </a:r>
            <a:br/>
            <a:r>
              <a:t>• A Large Language Model (Llama 3.3) extracts key points, formulates bulleted notes, and generates a multiple-choice quiz.</a:t>
            </a:r>
            <a:br/>
            <a:r>
              <a:t>• The final study guide can be exported as a PDF.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pPr>
            <a:r>
              <a:t>Frontend:</a:t>
            </a:r>
            <a:br/>
            <a:r>
              <a:t>• React, TypeScript, Vite, CSS</a:t>
            </a:r>
            <a:br/>
            <a:br/>
            <a:r>
              <a:t>Backend:</a:t>
            </a:r>
            <a:br/>
            <a:r>
              <a:t>• Python, FastAPI, SQLAlchemy, SQLite</a:t>
            </a:r>
            <a:br/>
            <a:br/>
            <a:r>
              <a:t>AI Integration:</a:t>
            </a:r>
            <a:br/>
            <a:r>
              <a:t>• Groq API (Whisper &amp; Llama 3)</a:t>
            </a:r>
            <a:br/>
            <a:br/>
            <a:r>
              <a:t>Data Validation:</a:t>
            </a:r>
            <a:br/>
            <a:r>
              <a:t>• Pydantic for structured JSON outputs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_diagram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8229600" cy="3474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2400"/>
            </a:pPr>
            <a:r>
              <a:t>1. Audio uploaded via React frontend.</a:t>
            </a:r>
            <a:br/>
            <a:r>
              <a:t>2. FastAPI backend processes the file asynchronously.</a:t>
            </a:r>
            <a:br/>
            <a:r>
              <a:t>3. Whisper-large-v3 model performs Speech-to-Text transcription.</a:t>
            </a:r>
            <a:br/>
            <a:r>
              <a:t>4. Llama-3.3-70b processes the transcript into structured JSON (Summary, Notes, Quiz).</a:t>
            </a:r>
            <a:br/>
            <a:r>
              <a:t>5. Data validated via Pydantic and saved to SQLite.</a:t>
            </a:r>
            <a:br/>
            <a:br/>
            <a:r>
              <a:t>Deployment ready for cloud platforms like Render or Vercel.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Showcase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371600"/>
            <a:ext cx="355388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Char char="•"/>
              <a:tabLst/>
              <a:defRPr sz="2400" b="1">
                <a:solidFill>
                  <a:srgbClr val="0070C0"/>
                </a:solidFill>
              </a:defRPr>
            </a:pPr>
            <a:r>
              <a:t>Key Achievements: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spcAft>
                <a:spcPts val="500"/>
              </a:spcAft>
              <a:defRPr sz="2000"/>
            </a:pPr>
            <a:r>
              <a:t>Developed a fully functional, responsive web app generating study guides in seconds.</a:t>
            </a:r>
          </a:p>
          <a:p>
            <a:pPr lvl="1">
              <a:spcAft>
                <a:spcPts val="2000"/>
              </a:spcAft>
              <a:defRPr sz="2000"/>
            </a:pPr>
            <a:r>
              <a:t>Implemented robust error handling, asynchronous processing, and thread-safe persistence.</a:t>
            </a:r>
          </a:p>
          <a:p>
            <a:pPr>
              <a:spcAft>
                <a:spcPts val="1000"/>
              </a:spcAft>
              <a:defRPr sz="2400" b="1">
                <a:solidFill>
                  <a:srgbClr val="0070C0"/>
                </a:solidFill>
              </a:defRPr>
            </a:pPr>
            <a:r>
              <a:t>Overall System Accuracy: ~96% - 99%</a:t>
            </a:r>
          </a:p>
          <a:p>
            <a:pPr lvl="1">
              <a:spcAft>
                <a:spcPts val="500"/>
              </a:spcAft>
              <a:defRPr sz="2000"/>
            </a:pPr>
            <a:r>
              <a:t>Transcription (Whisper v3): 96-98% accuracy (under 4% Word Error Rate).</a:t>
            </a:r>
          </a:p>
          <a:p>
            <a:pPr lvl="1">
              <a:spcAft>
                <a:spcPts val="500"/>
              </a:spcAft>
              <a:defRPr sz="2000"/>
            </a:pPr>
            <a:r>
              <a:t>Information Extraction (Llama 3.3): 98-99% comprehension with near-zero hallucination.</a:t>
            </a:r>
          </a:p>
          <a:p>
            <a:pPr lvl="1">
              <a:defRPr sz="2000"/>
            </a:pPr>
            <a:r>
              <a:t>Data Structure: 100% strict JSON validation via Pydantic.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 wrap="square">
            <a:normAutofit/>
          </a:bodyPr>
          <a:lstStyle/>
          <a:p>
            <a:pPr marL="305435" indent="-305435">
              <a:defRPr sz="2400"/>
            </a:pPr>
            <a:r>
              <a:t>The Lecture Voice-to-Notes Generator successfully demonstrates the integration of modern web frameworks with state-of-the-art AI models.</a:t>
            </a:r>
            <a:br/>
            <a:br/>
            <a:r>
              <a:t>By automating note-taking, it significantly enhances studying efficiency and proves the viability of AI in educational tooling.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2400"/>
            </a:pPr>
            <a:r>
              <a:t>1. Support for multiple languages and real-time translation.</a:t>
            </a:r>
            <a:br/>
            <a:r>
              <a:t>2. Integration with video platforms (e.g., YouTube, Zoom) via URL.</a:t>
            </a:r>
            <a:br/>
            <a:r>
              <a:t>3. User authentication and personalized student dashboards.</a:t>
            </a:r>
            <a:br/>
            <a:r>
              <a:t>4. Cloud-based scalable deployment (AWS/GCP) with vector databases for semantic search.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1. FastAPI Documentation: https://fastapi.tiangolo.com/</a:t>
            </a:r>
          </a:p>
          <a:p>
            <a:pPr>
              <a:defRPr sz="2400"/>
            </a:pPr>
            <a:r>
              <a:t>2. Groq Cloud API: https://console.groq.com/</a:t>
            </a:r>
          </a:p>
          <a:p>
            <a:pPr>
              <a:defRPr sz="2400"/>
            </a:pPr>
            <a:r>
              <a:t>3. React Documentation: https://react.dev/</a:t>
            </a:r>
          </a:p>
          <a:p>
            <a:pPr>
              <a:defRPr sz="2400"/>
            </a:pPr>
            <a:r>
              <a:t>4. SQLAlchemy Documentation: https://www.sqlalchemy.org/</a:t>
            </a:r>
          </a:p>
          <a:p>
            <a:pPr>
              <a:defRPr sz="2400"/>
            </a:pPr>
            <a:r>
              <a:t>5. Pydantic Documentation: https://docs.pydantic.dev/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Link: https://github.com/aditya-gautam912/lecture-notes-generator</a:t>
            </a:r>
          </a:p>
          <a:p>
            <a:r>
              <a:t>Deployment Link: Localhost for Development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1037</TotalTime>
  <Words>110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Nanthini Mohan</cp:lastModifiedBy>
  <cp:revision>37</cp:revision>
  <dcterms:created xsi:type="dcterms:W3CDTF">2021-05-26T16:50:10Z</dcterms:created>
  <dcterms:modified xsi:type="dcterms:W3CDTF">2026-01-16T13:11:42Z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